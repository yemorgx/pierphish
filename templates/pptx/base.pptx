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GabrielMorgadoGoes\OneDrive - ZAP TRADE COMERCIO E SERVICOS LTDA\Documents\VS CODE APPS\Pierphish\public\piersec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31520"/>
            <a:ext cx="2011680" cy="640080"/>
          </a:xfrm>
          <a:prstGeom prst="rect">
            <a:avLst/>
          </a:prstGeom>
        </p:spPr>
      </p:pic>
      <p:sp>
        <p:nvSpPr>
          <p:cNvPr id="3" name="titulo"/>
          <p:cNvSpPr/>
          <p:nvPr/>
        </p:nvSpPr>
        <p:spPr>
          <a:xfrm>
            <a:off x="822960" y="2743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60" kern="0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Relatório de campanhas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3639312"/>
            <a:ext cx="100584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</a:ln>
        </p:spPr>
      </p:sp>
      <p:sp>
        <p:nvSpPr>
          <p:cNvPr id="5" name="subtitulo"/>
          <p:cNvSpPr/>
          <p:nvPr/>
        </p:nvSpPr>
        <p:spPr>
          <a:xfrm>
            <a:off x="822960" y="38862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PierSec · Todas as empresas · Todas as datas</a:t>
            </a:r>
            <a:endParaRPr lang="en-US" sz="1500" dirty="0"/>
          </a:p>
        </p:txBody>
      </p:sp>
      <p:sp>
        <p:nvSpPr>
          <p:cNvPr id="6" name="marcador-capa"/>
          <p:cNvSpPr/>
          <p:nvPr/>
        </p:nvSpPr>
        <p:spPr>
          <a:xfrm>
            <a:off x="822960" y="5989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GERAL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/>
          <p:nvPr/>
        </p:nvSpPr>
        <p:spPr>
          <a:xfrm>
            <a:off x="594360" y="5669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Resumo das campanhas</a:t>
            </a:r>
            <a:endParaRPr lang="en-US" sz="2400" dirty="0"/>
          </a:p>
        </p:txBody>
      </p:sp>
      <p:sp>
        <p:nvSpPr>
          <p:cNvPr id="3" name="periodo"/>
          <p:cNvSpPr/>
          <p:nvPr/>
        </p:nvSpPr>
        <p:spPr>
          <a:xfrm>
            <a:off x="594360" y="109728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Todas as datas</a:t>
            </a:r>
            <a:endParaRPr lang="en-US" sz="1100" dirty="0"/>
          </a:p>
        </p:txBody>
      </p:sp>
      <p:sp>
        <p:nvSpPr>
          <p:cNvPr id="4" name="rotulo-campanhas"/>
          <p:cNvSpPr/>
          <p:nvPr/>
        </p:nvSpPr>
        <p:spPr>
          <a:xfrm>
            <a:off x="594360" y="1965960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CAMPANHAS</a:t>
            </a:r>
            <a:endParaRPr lang="en-US" sz="900" dirty="0"/>
          </a:p>
        </p:txBody>
      </p:sp>
      <p:sp>
        <p:nvSpPr>
          <p:cNvPr id="5" name="campanhas"/>
          <p:cNvSpPr/>
          <p:nvPr/>
        </p:nvSpPr>
        <p:spPr>
          <a:xfrm>
            <a:off x="594360" y="2313432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3081528"/>
            <a:ext cx="3511296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</a:ln>
        </p:spPr>
      </p:sp>
      <p:sp>
        <p:nvSpPr>
          <p:cNvPr id="7" name="rotulo-participantes"/>
          <p:cNvSpPr/>
          <p:nvPr/>
        </p:nvSpPr>
        <p:spPr>
          <a:xfrm>
            <a:off x="4517136" y="1965960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PARTICIPANTES</a:t>
            </a:r>
            <a:endParaRPr lang="en-US" sz="900" dirty="0"/>
          </a:p>
        </p:txBody>
      </p:sp>
      <p:sp>
        <p:nvSpPr>
          <p:cNvPr id="8" name="participantes"/>
          <p:cNvSpPr/>
          <p:nvPr/>
        </p:nvSpPr>
        <p:spPr>
          <a:xfrm>
            <a:off x="4517136" y="2313432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17136" y="3081528"/>
            <a:ext cx="3511296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</a:ln>
        </p:spPr>
      </p:sp>
      <p:sp>
        <p:nvSpPr>
          <p:cNvPr id="10" name="rotulo-enviados"/>
          <p:cNvSpPr/>
          <p:nvPr/>
        </p:nvSpPr>
        <p:spPr>
          <a:xfrm>
            <a:off x="8439912" y="1965960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ENVIADOS</a:t>
            </a:r>
            <a:endParaRPr lang="en-US" sz="900" dirty="0"/>
          </a:p>
        </p:txBody>
      </p:sp>
      <p:sp>
        <p:nvSpPr>
          <p:cNvPr id="11" name="enviados"/>
          <p:cNvSpPr/>
          <p:nvPr/>
        </p:nvSpPr>
        <p:spPr>
          <a:xfrm>
            <a:off x="8439912" y="2313432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439912" y="3081528"/>
            <a:ext cx="3511296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</a:ln>
        </p:spPr>
      </p:sp>
      <p:sp>
        <p:nvSpPr>
          <p:cNvPr id="13" name="rotulo-entregues"/>
          <p:cNvSpPr/>
          <p:nvPr/>
        </p:nvSpPr>
        <p:spPr>
          <a:xfrm>
            <a:off x="594360" y="3383280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ENTREGUES</a:t>
            </a:r>
            <a:endParaRPr lang="en-US" sz="900" dirty="0"/>
          </a:p>
        </p:txBody>
      </p:sp>
      <p:sp>
        <p:nvSpPr>
          <p:cNvPr id="14" name="entregues"/>
          <p:cNvSpPr/>
          <p:nvPr/>
        </p:nvSpPr>
        <p:spPr>
          <a:xfrm>
            <a:off x="594360" y="3730752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94360" y="4498848"/>
            <a:ext cx="3511296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</a:ln>
        </p:spPr>
      </p:sp>
      <p:sp>
        <p:nvSpPr>
          <p:cNvPr id="16" name="rotulo-aberturas"/>
          <p:cNvSpPr/>
          <p:nvPr/>
        </p:nvSpPr>
        <p:spPr>
          <a:xfrm>
            <a:off x="4517136" y="3383280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ABERTURAS</a:t>
            </a:r>
            <a:endParaRPr lang="en-US" sz="900" dirty="0"/>
          </a:p>
        </p:txBody>
      </p:sp>
      <p:sp>
        <p:nvSpPr>
          <p:cNvPr id="17" name="aberturas"/>
          <p:cNvSpPr/>
          <p:nvPr/>
        </p:nvSpPr>
        <p:spPr>
          <a:xfrm>
            <a:off x="4517136" y="3730752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4517136" y="4498848"/>
            <a:ext cx="3511296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</a:ln>
        </p:spPr>
      </p:sp>
      <p:sp>
        <p:nvSpPr>
          <p:cNvPr id="19" name="rotulo-cliques"/>
          <p:cNvSpPr/>
          <p:nvPr/>
        </p:nvSpPr>
        <p:spPr>
          <a:xfrm>
            <a:off x="8439912" y="3383280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CLIQUES</a:t>
            </a:r>
            <a:endParaRPr lang="en-US" sz="900" dirty="0"/>
          </a:p>
        </p:txBody>
      </p:sp>
      <p:sp>
        <p:nvSpPr>
          <p:cNvPr id="20" name="cliques"/>
          <p:cNvSpPr/>
          <p:nvPr/>
        </p:nvSpPr>
        <p:spPr>
          <a:xfrm>
            <a:off x="8439912" y="3730752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8439912" y="4498848"/>
            <a:ext cx="3511296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</a:ln>
        </p:spPr>
      </p:sp>
      <p:sp>
        <p:nvSpPr>
          <p:cNvPr id="22" name="rotulo-reportes"/>
          <p:cNvSpPr/>
          <p:nvPr/>
        </p:nvSpPr>
        <p:spPr>
          <a:xfrm>
            <a:off x="594360" y="4800600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REPORTES</a:t>
            </a:r>
            <a:endParaRPr lang="en-US" sz="900" dirty="0"/>
          </a:p>
        </p:txBody>
      </p:sp>
      <p:sp>
        <p:nvSpPr>
          <p:cNvPr id="23" name="reportes"/>
          <p:cNvSpPr/>
          <p:nvPr/>
        </p:nvSpPr>
        <p:spPr>
          <a:xfrm>
            <a:off x="594360" y="5148072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594360" y="5916168"/>
            <a:ext cx="3511296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/>
          <p:nvPr/>
        </p:nvSpPr>
        <p:spPr>
          <a:xfrm>
            <a:off x="594360" y="5669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Campanhas com mais cliques</a:t>
            </a:r>
            <a:endParaRPr lang="en-US" sz="2400" dirty="0"/>
          </a:p>
        </p:txBody>
      </p:sp>
      <p:sp>
        <p:nvSpPr>
          <p:cNvPr id="3" name="periodo"/>
          <p:cNvSpPr/>
          <p:nvPr/>
        </p:nvSpPr>
        <p:spPr>
          <a:xfrm>
            <a:off x="594360" y="109728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Todas as datas</a:t>
            </a:r>
            <a:endParaRPr lang="en-US" sz="1100" dirty="0"/>
          </a:p>
        </p:txBody>
      </p:sp>
      <p:graphicFrame>
        <p:nvGraphicFramePr>
          <p:cNvPr id="4" name="campanh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1000232" cy="3474720"/>
        </p:xfrm>
        <a:graphic>
          <a:graphicData uri="http://schemas.openxmlformats.org/drawingml/2006/table">
            <a:tbl>
              <a:tblPr/>
              <a:tblGrid>
                <a:gridCol w="5513832"/>
                <a:gridCol w="1828800"/>
                <a:gridCol w="1828800"/>
                <a:gridCol w="18288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Campanha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Participantes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Aberturas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6666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Cliques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 anchor="mid">
                    <a:lnL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PierSec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PierSec — Relatório de campanhas</dc:title>
  <dc:subject>Modelo de exportação de relatórios de campanhas</dc:subject>
  <dc:creator>PierSec</dc:creator>
  <cp:lastModifiedBy>PierSec</cp:lastModifiedBy>
  <cp:revision>1</cp:revision>
  <dcterms:created xsi:type="dcterms:W3CDTF">2026-10-16T14:52:28Z</dcterms:created>
  <dcterms:modified xsi:type="dcterms:W3CDTF">2026-10-16T14:52:28Z</dcterms:modified>
</cp:coreProperties>
</file>